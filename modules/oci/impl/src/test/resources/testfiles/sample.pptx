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Q-Asker 테스트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변환 테스트용 샘플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테스트 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문서는 PDF 변환 테스트를 위한 샘플입니다.</a:t>
            </a:r>
          </a:p>
          <a:p>
            <a:r>
              <a:t>- 항목 1: JODConverter 동작 확인</a:t>
            </a:r>
          </a:p>
          <a:p>
            <a:r>
              <a:t>- 항목 2: LibreOffice 연동 확인</a:t>
            </a:r>
          </a:p>
          <a:p>
            <a:r>
              <a:t>- 항목 3: S3 업로드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